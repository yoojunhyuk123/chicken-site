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4RFZAwbRnZoqxIs3bsScS6pRO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EFC9B6-774E-4E2C-9E0B-289742706C7B}">
  <a:tblStyle styleId="{70EFC9B6-774E-4E2C-9E0B-289742706C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5d6e4bb72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5d6e4bb72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3a5d6e4bb72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5d6e4bb72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5d6e4bb72_3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a5d6e4bb72_3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5d6e4bb72_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5d6e4bb72_3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a5d6e4bb72_3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5d6e4bb72_3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5d6e4bb72_3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a5d6e4bb72_3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5d6e4bb72_3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5d6e4bb72_3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a5d6e4bb72_3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5d6e4bb72_3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5d6e4bb72_3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a5d6e4bb72_3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5d6e4bb72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5d6e4bb72_3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a5d6e4bb72_3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5d6e4bb72_3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5d6e4bb72_3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a5d6e4bb72_3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5d6e4bb72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5d6e4bb72_3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3a5d6e4bb72_3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 txBox="1">
            <a:spLocks noGrp="1"/>
          </p:cNvSpPr>
          <p:nvPr>
            <p:ph type="subTitle" idx="1"/>
          </p:nvPr>
        </p:nvSpPr>
        <p:spPr>
          <a:xfrm>
            <a:off x="359999" y="3519001"/>
            <a:ext cx="11472001" cy="297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359999" y="359388"/>
            <a:ext cx="11472001" cy="297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_of_Contents1">
  <p:cSld name="Table_of_Contents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/>
          <p:nvPr/>
        </p:nvSpPr>
        <p:spPr>
          <a:xfrm>
            <a:off x="540000" y="1074420"/>
            <a:ext cx="180000" cy="578358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9;p9"/>
          <p:cNvSpPr/>
          <p:nvPr/>
        </p:nvSpPr>
        <p:spPr>
          <a:xfrm>
            <a:off x="450000" y="196975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0;p9"/>
          <p:cNvSpPr/>
          <p:nvPr/>
        </p:nvSpPr>
        <p:spPr>
          <a:xfrm>
            <a:off x="450000" y="1434420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9"/>
          <p:cNvSpPr/>
          <p:nvPr/>
        </p:nvSpPr>
        <p:spPr>
          <a:xfrm>
            <a:off x="450000" y="899083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9"/>
          <p:cNvSpPr txBox="1">
            <a:spLocks noGrp="1"/>
          </p:cNvSpPr>
          <p:nvPr>
            <p:ph type="body" idx="1"/>
          </p:nvPr>
        </p:nvSpPr>
        <p:spPr>
          <a:xfrm>
            <a:off x="900000" y="196539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2"/>
          </p:nvPr>
        </p:nvSpPr>
        <p:spPr>
          <a:xfrm>
            <a:off x="900000" y="143224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3"/>
          </p:nvPr>
        </p:nvSpPr>
        <p:spPr>
          <a:xfrm>
            <a:off x="900000" y="899083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1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 dirty="0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360000" y="899083"/>
            <a:ext cx="11472000" cy="559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_you">
  <p:cSld name="Thank_you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360000" y="359387"/>
            <a:ext cx="11472000" cy="613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_of_Contents2">
  <p:cSld name="Table_of_Contents2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/>
          <p:nvPr/>
        </p:nvSpPr>
        <p:spPr>
          <a:xfrm>
            <a:off x="540000" y="1074420"/>
            <a:ext cx="180000" cy="578358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4;p12"/>
          <p:cNvSpPr/>
          <p:nvPr/>
        </p:nvSpPr>
        <p:spPr>
          <a:xfrm>
            <a:off x="450000" y="2505094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35;p12"/>
          <p:cNvSpPr/>
          <p:nvPr/>
        </p:nvSpPr>
        <p:spPr>
          <a:xfrm>
            <a:off x="450000" y="196975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12"/>
          <p:cNvSpPr/>
          <p:nvPr/>
        </p:nvSpPr>
        <p:spPr>
          <a:xfrm>
            <a:off x="450000" y="1434420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12"/>
          <p:cNvSpPr/>
          <p:nvPr/>
        </p:nvSpPr>
        <p:spPr>
          <a:xfrm>
            <a:off x="450000" y="899083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900000" y="2505094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900000" y="196539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900000" y="143224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900000" y="899083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_of_Contents3">
  <p:cSld name="Table_of_Contents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540000" y="1074420"/>
            <a:ext cx="180000" cy="578358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45;p13"/>
          <p:cNvSpPr/>
          <p:nvPr/>
        </p:nvSpPr>
        <p:spPr>
          <a:xfrm>
            <a:off x="450000" y="3040431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13"/>
          <p:cNvSpPr/>
          <p:nvPr/>
        </p:nvSpPr>
        <p:spPr>
          <a:xfrm>
            <a:off x="450000" y="2505094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p13"/>
          <p:cNvSpPr/>
          <p:nvPr/>
        </p:nvSpPr>
        <p:spPr>
          <a:xfrm>
            <a:off x="450000" y="196975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48;p13"/>
          <p:cNvSpPr/>
          <p:nvPr/>
        </p:nvSpPr>
        <p:spPr>
          <a:xfrm>
            <a:off x="450000" y="1434420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450000" y="899083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900000" y="304043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2"/>
          </p:nvPr>
        </p:nvSpPr>
        <p:spPr>
          <a:xfrm>
            <a:off x="900000" y="2505094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3"/>
          </p:nvPr>
        </p:nvSpPr>
        <p:spPr>
          <a:xfrm>
            <a:off x="900000" y="196539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4"/>
          </p:nvPr>
        </p:nvSpPr>
        <p:spPr>
          <a:xfrm>
            <a:off x="900000" y="143224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5"/>
          </p:nvPr>
        </p:nvSpPr>
        <p:spPr>
          <a:xfrm>
            <a:off x="900000" y="899083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_of_Contents4">
  <p:cSld name="Table_of_Contents4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540000" y="1074420"/>
            <a:ext cx="180000" cy="578358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450000" y="3575768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450000" y="3040431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450000" y="2505094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50000" y="196975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50000" y="1434420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50000" y="899083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900000" y="357358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2"/>
          </p:nvPr>
        </p:nvSpPr>
        <p:spPr>
          <a:xfrm>
            <a:off x="900000" y="304043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3"/>
          </p:nvPr>
        </p:nvSpPr>
        <p:spPr>
          <a:xfrm>
            <a:off x="900000" y="2505094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4"/>
          </p:nvPr>
        </p:nvSpPr>
        <p:spPr>
          <a:xfrm>
            <a:off x="900000" y="196539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5"/>
          </p:nvPr>
        </p:nvSpPr>
        <p:spPr>
          <a:xfrm>
            <a:off x="900000" y="143224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6"/>
          </p:nvPr>
        </p:nvSpPr>
        <p:spPr>
          <a:xfrm>
            <a:off x="900000" y="899083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_of_Contents5">
  <p:cSld name="Table_of_Contents5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540000" y="1074420"/>
            <a:ext cx="180000" cy="578358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450000" y="4111105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450000" y="3575768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50000" y="3040431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50000" y="2505094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450000" y="196975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50000" y="1434420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50000" y="899083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900000" y="4106747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2"/>
          </p:nvPr>
        </p:nvSpPr>
        <p:spPr>
          <a:xfrm>
            <a:off x="900000" y="357358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3"/>
          </p:nvPr>
        </p:nvSpPr>
        <p:spPr>
          <a:xfrm>
            <a:off x="900000" y="304043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4"/>
          </p:nvPr>
        </p:nvSpPr>
        <p:spPr>
          <a:xfrm>
            <a:off x="900000" y="2505094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5"/>
          </p:nvPr>
        </p:nvSpPr>
        <p:spPr>
          <a:xfrm>
            <a:off x="900000" y="196539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6"/>
          </p:nvPr>
        </p:nvSpPr>
        <p:spPr>
          <a:xfrm>
            <a:off x="900000" y="143224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7"/>
          </p:nvPr>
        </p:nvSpPr>
        <p:spPr>
          <a:xfrm>
            <a:off x="900000" y="899083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_of_Contents6">
  <p:cSld name="Table_of_Contents6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540000" y="1074420"/>
            <a:ext cx="180000" cy="578358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50000" y="4646442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50000" y="4111105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50000" y="3575768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50000" y="3040431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50000" y="2505094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50000" y="196975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50000" y="1434420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50000" y="899083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900000" y="4646442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2"/>
          </p:nvPr>
        </p:nvSpPr>
        <p:spPr>
          <a:xfrm>
            <a:off x="900000" y="4106747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3"/>
          </p:nvPr>
        </p:nvSpPr>
        <p:spPr>
          <a:xfrm>
            <a:off x="900000" y="357358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4"/>
          </p:nvPr>
        </p:nvSpPr>
        <p:spPr>
          <a:xfrm>
            <a:off x="900000" y="304043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5"/>
          </p:nvPr>
        </p:nvSpPr>
        <p:spPr>
          <a:xfrm>
            <a:off x="900000" y="2505094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6"/>
          </p:nvPr>
        </p:nvSpPr>
        <p:spPr>
          <a:xfrm>
            <a:off x="900000" y="196539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7"/>
          </p:nvPr>
        </p:nvSpPr>
        <p:spPr>
          <a:xfrm>
            <a:off x="900000" y="143224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8"/>
          </p:nvPr>
        </p:nvSpPr>
        <p:spPr>
          <a:xfrm>
            <a:off x="900000" y="899083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_of_Contents7">
  <p:cSld name="Table_of_Contents7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540000" y="1074420"/>
            <a:ext cx="180000" cy="578358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50000" y="5181779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50000" y="4646442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50000" y="4111105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50000" y="3575768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50000" y="3040431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50000" y="2505094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50000" y="196975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50000" y="1434420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50000" y="899083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1"/>
          </p:nvPr>
        </p:nvSpPr>
        <p:spPr>
          <a:xfrm>
            <a:off x="900000" y="518177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2"/>
          </p:nvPr>
        </p:nvSpPr>
        <p:spPr>
          <a:xfrm>
            <a:off x="900000" y="4646442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body" idx="3"/>
          </p:nvPr>
        </p:nvSpPr>
        <p:spPr>
          <a:xfrm>
            <a:off x="900000" y="4106747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4"/>
          </p:nvPr>
        </p:nvSpPr>
        <p:spPr>
          <a:xfrm>
            <a:off x="900000" y="357358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5"/>
          </p:nvPr>
        </p:nvSpPr>
        <p:spPr>
          <a:xfrm>
            <a:off x="900000" y="304043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6"/>
          </p:nvPr>
        </p:nvSpPr>
        <p:spPr>
          <a:xfrm>
            <a:off x="900000" y="2505094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body" idx="7"/>
          </p:nvPr>
        </p:nvSpPr>
        <p:spPr>
          <a:xfrm>
            <a:off x="900000" y="196539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8"/>
          </p:nvPr>
        </p:nvSpPr>
        <p:spPr>
          <a:xfrm>
            <a:off x="900000" y="143224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body" idx="9"/>
          </p:nvPr>
        </p:nvSpPr>
        <p:spPr>
          <a:xfrm>
            <a:off x="900000" y="899083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_of_Contents8">
  <p:cSld name="Table_of_Contents8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540000" y="1074420"/>
            <a:ext cx="180000" cy="578358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50000" y="5717116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50000" y="5181779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50000" y="4646442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50000" y="4111105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50000" y="3575768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50000" y="3040431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50000" y="2505094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50000" y="196975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50000" y="1434420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50000" y="899083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18"/>
          <p:cNvSpPr txBox="1">
            <a:spLocks noGrp="1"/>
          </p:cNvSpPr>
          <p:nvPr>
            <p:ph type="body" idx="1"/>
          </p:nvPr>
        </p:nvSpPr>
        <p:spPr>
          <a:xfrm>
            <a:off x="900000" y="5721474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body" idx="2"/>
          </p:nvPr>
        </p:nvSpPr>
        <p:spPr>
          <a:xfrm>
            <a:off x="900000" y="518177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3"/>
          </p:nvPr>
        </p:nvSpPr>
        <p:spPr>
          <a:xfrm>
            <a:off x="900000" y="4646442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4"/>
          </p:nvPr>
        </p:nvSpPr>
        <p:spPr>
          <a:xfrm>
            <a:off x="900000" y="4106747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5"/>
          </p:nvPr>
        </p:nvSpPr>
        <p:spPr>
          <a:xfrm>
            <a:off x="900000" y="357358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6"/>
          </p:nvPr>
        </p:nvSpPr>
        <p:spPr>
          <a:xfrm>
            <a:off x="900000" y="304043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7"/>
          </p:nvPr>
        </p:nvSpPr>
        <p:spPr>
          <a:xfrm>
            <a:off x="900000" y="2505094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8"/>
          </p:nvPr>
        </p:nvSpPr>
        <p:spPr>
          <a:xfrm>
            <a:off x="900000" y="1965399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body" idx="9"/>
          </p:nvPr>
        </p:nvSpPr>
        <p:spPr>
          <a:xfrm>
            <a:off x="900000" y="1432241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body" idx="13"/>
          </p:nvPr>
        </p:nvSpPr>
        <p:spPr>
          <a:xfrm>
            <a:off x="900000" y="899083"/>
            <a:ext cx="1093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2">
  <p:cSld name="Content2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1"/>
          </p:nvPr>
        </p:nvSpPr>
        <p:spPr>
          <a:xfrm>
            <a:off x="6186000" y="899083"/>
            <a:ext cx="5646000" cy="559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body" idx="2"/>
          </p:nvPr>
        </p:nvSpPr>
        <p:spPr>
          <a:xfrm>
            <a:off x="360000" y="899083"/>
            <a:ext cx="5646000" cy="559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3">
  <p:cSld name="Content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8127600" y="899083"/>
            <a:ext cx="3704400" cy="559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body" idx="2"/>
          </p:nvPr>
        </p:nvSpPr>
        <p:spPr>
          <a:xfrm>
            <a:off x="4244400" y="899083"/>
            <a:ext cx="3704400" cy="559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3"/>
          </p:nvPr>
        </p:nvSpPr>
        <p:spPr>
          <a:xfrm>
            <a:off x="360000" y="899083"/>
            <a:ext cx="3704400" cy="559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4">
  <p:cSld name="Content4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6186000" y="3788540"/>
            <a:ext cx="5646000" cy="27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body" idx="2"/>
          </p:nvPr>
        </p:nvSpPr>
        <p:spPr>
          <a:xfrm>
            <a:off x="6186000" y="899081"/>
            <a:ext cx="5646000" cy="27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3"/>
          </p:nvPr>
        </p:nvSpPr>
        <p:spPr>
          <a:xfrm>
            <a:off x="360000" y="899081"/>
            <a:ext cx="5646000" cy="559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5">
  <p:cSld name="Content5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22"/>
          <p:cNvSpPr txBox="1">
            <a:spLocks noGrp="1"/>
          </p:cNvSpPr>
          <p:nvPr>
            <p:ph type="body" idx="1"/>
          </p:nvPr>
        </p:nvSpPr>
        <p:spPr>
          <a:xfrm>
            <a:off x="360000" y="3788540"/>
            <a:ext cx="5646000" cy="27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2"/>
          </p:nvPr>
        </p:nvSpPr>
        <p:spPr>
          <a:xfrm>
            <a:off x="6186000" y="899081"/>
            <a:ext cx="5646000" cy="559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body" idx="3"/>
          </p:nvPr>
        </p:nvSpPr>
        <p:spPr>
          <a:xfrm>
            <a:off x="360000" y="899081"/>
            <a:ext cx="5646000" cy="27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6">
  <p:cSld name="Content6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p23"/>
          <p:cNvSpPr txBox="1">
            <a:spLocks noGrp="1"/>
          </p:cNvSpPr>
          <p:nvPr>
            <p:ph type="body" idx="1"/>
          </p:nvPr>
        </p:nvSpPr>
        <p:spPr>
          <a:xfrm>
            <a:off x="6186000" y="3788540"/>
            <a:ext cx="5646000" cy="27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body" idx="2"/>
          </p:nvPr>
        </p:nvSpPr>
        <p:spPr>
          <a:xfrm>
            <a:off x="360000" y="3788540"/>
            <a:ext cx="5646000" cy="27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body" idx="3"/>
          </p:nvPr>
        </p:nvSpPr>
        <p:spPr>
          <a:xfrm>
            <a:off x="6186000" y="899081"/>
            <a:ext cx="5646000" cy="27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body" idx="4"/>
          </p:nvPr>
        </p:nvSpPr>
        <p:spPr>
          <a:xfrm>
            <a:off x="360000" y="899081"/>
            <a:ext cx="5646000" cy="27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7">
  <p:cSld name="Content7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269F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24"/>
          <p:cNvSpPr txBox="1">
            <a:spLocks noGrp="1"/>
          </p:cNvSpPr>
          <p:nvPr>
            <p:ph type="body" idx="1"/>
          </p:nvPr>
        </p:nvSpPr>
        <p:spPr>
          <a:xfrm>
            <a:off x="6277202" y="37901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body" idx="2"/>
          </p:nvPr>
        </p:nvSpPr>
        <p:spPr>
          <a:xfrm>
            <a:off x="2454004" y="37901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body" idx="3"/>
          </p:nvPr>
        </p:nvSpPr>
        <p:spPr>
          <a:xfrm>
            <a:off x="8188800" y="8993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body" idx="4"/>
          </p:nvPr>
        </p:nvSpPr>
        <p:spPr>
          <a:xfrm>
            <a:off x="4365602" y="8993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body" idx="5"/>
          </p:nvPr>
        </p:nvSpPr>
        <p:spPr>
          <a:xfrm>
            <a:off x="540000" y="8993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8">
  <p:cSld name="Content8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25"/>
          <p:cNvSpPr txBox="1">
            <a:spLocks noGrp="1"/>
          </p:cNvSpPr>
          <p:nvPr>
            <p:ph type="body" idx="1"/>
          </p:nvPr>
        </p:nvSpPr>
        <p:spPr>
          <a:xfrm>
            <a:off x="8188800" y="37901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body" idx="2"/>
          </p:nvPr>
        </p:nvSpPr>
        <p:spPr>
          <a:xfrm>
            <a:off x="4365602" y="37901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body" idx="3"/>
          </p:nvPr>
        </p:nvSpPr>
        <p:spPr>
          <a:xfrm>
            <a:off x="540000" y="37901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body" idx="4"/>
          </p:nvPr>
        </p:nvSpPr>
        <p:spPr>
          <a:xfrm>
            <a:off x="8188800" y="8993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body" idx="5"/>
          </p:nvPr>
        </p:nvSpPr>
        <p:spPr>
          <a:xfrm>
            <a:off x="4365602" y="8993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6"/>
          </p:nvPr>
        </p:nvSpPr>
        <p:spPr>
          <a:xfrm>
            <a:off x="540000" y="899388"/>
            <a:ext cx="3643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9">
  <p:cSld name="Content9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7710600" y="3787200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4841400" y="3787200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body" idx="3"/>
          </p:nvPr>
        </p:nvSpPr>
        <p:spPr>
          <a:xfrm>
            <a:off x="1972200" y="3787200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4"/>
          </p:nvPr>
        </p:nvSpPr>
        <p:spPr>
          <a:xfrm>
            <a:off x="9142800" y="899388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body" idx="5"/>
          </p:nvPr>
        </p:nvSpPr>
        <p:spPr>
          <a:xfrm>
            <a:off x="6273602" y="899388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body" idx="6"/>
          </p:nvPr>
        </p:nvSpPr>
        <p:spPr>
          <a:xfrm>
            <a:off x="3406800" y="899388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7"/>
          </p:nvPr>
        </p:nvSpPr>
        <p:spPr>
          <a:xfrm>
            <a:off x="540000" y="899388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10">
  <p:cSld name="Content10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1"/>
          </p:nvPr>
        </p:nvSpPr>
        <p:spPr>
          <a:xfrm>
            <a:off x="9142800" y="3787200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2"/>
          </p:nvPr>
        </p:nvSpPr>
        <p:spPr>
          <a:xfrm>
            <a:off x="6273602" y="3787200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3"/>
          </p:nvPr>
        </p:nvSpPr>
        <p:spPr>
          <a:xfrm>
            <a:off x="3406800" y="3787200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4"/>
          </p:nvPr>
        </p:nvSpPr>
        <p:spPr>
          <a:xfrm>
            <a:off x="540000" y="3787200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body" idx="5"/>
          </p:nvPr>
        </p:nvSpPr>
        <p:spPr>
          <a:xfrm>
            <a:off x="9142800" y="899388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body" idx="6"/>
          </p:nvPr>
        </p:nvSpPr>
        <p:spPr>
          <a:xfrm>
            <a:off x="6273602" y="899388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body" idx="7"/>
          </p:nvPr>
        </p:nvSpPr>
        <p:spPr>
          <a:xfrm>
            <a:off x="3406800" y="899388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body" idx="8"/>
          </p:nvPr>
        </p:nvSpPr>
        <p:spPr>
          <a:xfrm>
            <a:off x="540000" y="899388"/>
            <a:ext cx="2689200" cy="2710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11">
  <p:cSld name="Content11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8191204" y="4752000"/>
            <a:ext cx="3643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body" idx="2"/>
          </p:nvPr>
        </p:nvSpPr>
        <p:spPr>
          <a:xfrm>
            <a:off x="4365602" y="4752000"/>
            <a:ext cx="3643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body" idx="3"/>
          </p:nvPr>
        </p:nvSpPr>
        <p:spPr>
          <a:xfrm>
            <a:off x="540000" y="4752000"/>
            <a:ext cx="3643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body" idx="4"/>
          </p:nvPr>
        </p:nvSpPr>
        <p:spPr>
          <a:xfrm>
            <a:off x="8191204" y="2825388"/>
            <a:ext cx="3643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body" idx="5"/>
          </p:nvPr>
        </p:nvSpPr>
        <p:spPr>
          <a:xfrm>
            <a:off x="4365602" y="2825388"/>
            <a:ext cx="3643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body" idx="6"/>
          </p:nvPr>
        </p:nvSpPr>
        <p:spPr>
          <a:xfrm>
            <a:off x="540000" y="2825388"/>
            <a:ext cx="3643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body" idx="7"/>
          </p:nvPr>
        </p:nvSpPr>
        <p:spPr>
          <a:xfrm>
            <a:off x="8191204" y="899388"/>
            <a:ext cx="3643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body" idx="8"/>
          </p:nvPr>
        </p:nvSpPr>
        <p:spPr>
          <a:xfrm>
            <a:off x="4365602" y="899388"/>
            <a:ext cx="3643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body" idx="9"/>
          </p:nvPr>
        </p:nvSpPr>
        <p:spPr>
          <a:xfrm>
            <a:off x="540000" y="899388"/>
            <a:ext cx="3643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12">
  <p:cSld name="Content1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29"/>
          <p:cNvSpPr txBox="1">
            <a:spLocks noGrp="1"/>
          </p:cNvSpPr>
          <p:nvPr>
            <p:ph type="body" idx="1"/>
          </p:nvPr>
        </p:nvSpPr>
        <p:spPr>
          <a:xfrm>
            <a:off x="7708200" y="4752000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body" idx="2"/>
          </p:nvPr>
        </p:nvSpPr>
        <p:spPr>
          <a:xfrm>
            <a:off x="4841400" y="4752000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body" idx="3"/>
          </p:nvPr>
        </p:nvSpPr>
        <p:spPr>
          <a:xfrm>
            <a:off x="1972200" y="4752000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4"/>
          </p:nvPr>
        </p:nvSpPr>
        <p:spPr>
          <a:xfrm>
            <a:off x="9142800" y="2825694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body" idx="5"/>
          </p:nvPr>
        </p:nvSpPr>
        <p:spPr>
          <a:xfrm>
            <a:off x="6273600" y="2825694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29"/>
          <p:cNvSpPr txBox="1">
            <a:spLocks noGrp="1"/>
          </p:cNvSpPr>
          <p:nvPr>
            <p:ph type="body" idx="6"/>
          </p:nvPr>
        </p:nvSpPr>
        <p:spPr>
          <a:xfrm>
            <a:off x="3406800" y="2825694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29"/>
          <p:cNvSpPr txBox="1">
            <a:spLocks noGrp="1"/>
          </p:cNvSpPr>
          <p:nvPr>
            <p:ph type="body" idx="7"/>
          </p:nvPr>
        </p:nvSpPr>
        <p:spPr>
          <a:xfrm>
            <a:off x="540000" y="2825694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8"/>
          </p:nvPr>
        </p:nvSpPr>
        <p:spPr>
          <a:xfrm>
            <a:off x="7708200" y="899388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body" idx="9"/>
          </p:nvPr>
        </p:nvSpPr>
        <p:spPr>
          <a:xfrm>
            <a:off x="4841400" y="899388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body" idx="13"/>
          </p:nvPr>
        </p:nvSpPr>
        <p:spPr>
          <a:xfrm>
            <a:off x="1972200" y="919708"/>
            <a:ext cx="2689200" cy="174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1">
  <p:cSld name="Image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30"/>
          <p:cNvSpPr>
            <a:spLocks noGrp="1"/>
          </p:cNvSpPr>
          <p:nvPr>
            <p:ph type="pic" idx="2"/>
          </p:nvPr>
        </p:nvSpPr>
        <p:spPr>
          <a:xfrm>
            <a:off x="4243199" y="899390"/>
            <a:ext cx="7588800" cy="5598607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30"/>
          <p:cNvSpPr txBox="1">
            <a:spLocks noGrp="1"/>
          </p:cNvSpPr>
          <p:nvPr>
            <p:ph type="body" idx="1"/>
          </p:nvPr>
        </p:nvSpPr>
        <p:spPr>
          <a:xfrm>
            <a:off x="357600" y="899390"/>
            <a:ext cx="3703201" cy="559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2">
  <p:cSld name="Image2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/>
          <p:nvPr/>
        </p:nvSpPr>
        <p:spPr>
          <a:xfrm>
            <a:off x="90000" y="89387"/>
            <a:ext cx="360000" cy="360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F75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2000" b="0" i="0" u="none" strike="noStrike" cap="none">
              <a:solidFill>
                <a:srgbClr val="703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p31"/>
          <p:cNvSpPr>
            <a:spLocks noGrp="1"/>
          </p:cNvSpPr>
          <p:nvPr>
            <p:ph type="pic" idx="2"/>
          </p:nvPr>
        </p:nvSpPr>
        <p:spPr>
          <a:xfrm>
            <a:off x="360000" y="899390"/>
            <a:ext cx="7588800" cy="55986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8128798" y="899390"/>
            <a:ext cx="3703201" cy="559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/>
        </p:nvSpPr>
        <p:spPr>
          <a:xfrm rot="-5400000">
            <a:off x="6006000" y="-5826613"/>
            <a:ext cx="180000" cy="1219200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1;p7"/>
          <p:cNvSpPr/>
          <p:nvPr/>
        </p:nvSpPr>
        <p:spPr>
          <a:xfrm>
            <a:off x="180000" y="0"/>
            <a:ext cx="180000" cy="6858000"/>
          </a:xfrm>
          <a:prstGeom prst="rect">
            <a:avLst/>
          </a:prstGeom>
          <a:gradFill>
            <a:gsLst>
              <a:gs pos="0">
                <a:srgbClr val="2F75FF">
                  <a:alpha val="49803"/>
                </a:srgbClr>
              </a:gs>
              <a:gs pos="100000">
                <a:srgbClr val="B988DD">
                  <a:alpha val="4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2;p7"/>
          <p:cNvSpPr txBox="1">
            <a:spLocks noGrp="1"/>
          </p:cNvSpPr>
          <p:nvPr>
            <p:ph type="body" idx="1"/>
          </p:nvPr>
        </p:nvSpPr>
        <p:spPr>
          <a:xfrm>
            <a:off x="360000" y="899083"/>
            <a:ext cx="11472000" cy="559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  <a:defRPr sz="3000" b="0" i="0" u="none" strike="noStrike" cap="non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EqzbVCU6A5dcm-Xttt7JmgjLUPBVfTsu/vie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>
            <a:spLocks noGrp="1"/>
          </p:cNvSpPr>
          <p:nvPr>
            <p:ph type="subTitle" idx="1"/>
          </p:nvPr>
        </p:nvSpPr>
        <p:spPr>
          <a:xfrm>
            <a:off x="359999" y="3519001"/>
            <a:ext cx="11472001" cy="297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Yoo, J. H.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32212808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Department of Mobile Systems Engineering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Kim, K. Y.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32220393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Department of Software Engineering</a:t>
            </a:r>
            <a:endParaRPr/>
          </a:p>
        </p:txBody>
      </p:sp>
      <p:sp>
        <p:nvSpPr>
          <p:cNvPr id="259" name="Google Shape;259;p1"/>
          <p:cNvSpPr txBox="1">
            <a:spLocks noGrp="1"/>
          </p:cNvSpPr>
          <p:nvPr>
            <p:ph type="ctrTitle"/>
          </p:nvPr>
        </p:nvSpPr>
        <p:spPr>
          <a:xfrm>
            <a:off x="359999" y="359388"/>
            <a:ext cx="11472001" cy="297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</a:pPr>
            <a:r>
              <a:rPr lang="en-US" sz="3500"/>
              <a:t>Chicken Site review &amp; Manage web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5d6e4bb72_3_0"/>
          <p:cNvSpPr txBox="1">
            <a:spLocks noGrp="1"/>
          </p:cNvSpPr>
          <p:nvPr>
            <p:ph type="body" idx="1"/>
          </p:nvPr>
        </p:nvSpPr>
        <p:spPr>
          <a:xfrm>
            <a:off x="900000" y="4646442"/>
            <a:ext cx="10932000" cy="36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How did you use it?</a:t>
            </a:r>
            <a:endParaRPr/>
          </a:p>
        </p:txBody>
      </p:sp>
      <p:sp>
        <p:nvSpPr>
          <p:cNvPr id="266" name="Google Shape;266;g3a5d6e4bb72_3_0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267" name="Google Shape;267;g3a5d6e4bb72_3_0"/>
          <p:cNvSpPr txBox="1">
            <a:spLocks noGrp="1"/>
          </p:cNvSpPr>
          <p:nvPr>
            <p:ph type="body" idx="2"/>
          </p:nvPr>
        </p:nvSpPr>
        <p:spPr>
          <a:xfrm>
            <a:off x="900000" y="4106747"/>
            <a:ext cx="10932000" cy="36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AI too usage</a:t>
            </a:r>
            <a:endParaRPr sz="3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a5d6e4bb72_3_0"/>
          <p:cNvSpPr txBox="1">
            <a:spLocks noGrp="1"/>
          </p:cNvSpPr>
          <p:nvPr>
            <p:ph type="body" idx="3"/>
          </p:nvPr>
        </p:nvSpPr>
        <p:spPr>
          <a:xfrm>
            <a:off x="900000" y="3573589"/>
            <a:ext cx="10932000" cy="36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Collaboration</a:t>
            </a:r>
            <a:endParaRPr sz="3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a5d6e4bb72_3_0"/>
          <p:cNvSpPr txBox="1">
            <a:spLocks noGrp="1"/>
          </p:cNvSpPr>
          <p:nvPr>
            <p:ph type="body" idx="4"/>
          </p:nvPr>
        </p:nvSpPr>
        <p:spPr>
          <a:xfrm>
            <a:off x="900000" y="3040431"/>
            <a:ext cx="10932000" cy="36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Time</a:t>
            </a:r>
            <a:endParaRPr sz="3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a5d6e4bb72_3_0"/>
          <p:cNvSpPr txBox="1">
            <a:spLocks noGrp="1"/>
          </p:cNvSpPr>
          <p:nvPr>
            <p:ph type="body" idx="5"/>
          </p:nvPr>
        </p:nvSpPr>
        <p:spPr>
          <a:xfrm>
            <a:off x="900000" y="2505094"/>
            <a:ext cx="10932000" cy="36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Topic / General presentation</a:t>
            </a:r>
            <a:endParaRPr sz="3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3a5d6e4bb72_3_0"/>
          <p:cNvSpPr txBox="1">
            <a:spLocks noGrp="1"/>
          </p:cNvSpPr>
          <p:nvPr>
            <p:ph type="body" idx="6"/>
          </p:nvPr>
        </p:nvSpPr>
        <p:spPr>
          <a:xfrm>
            <a:off x="900000" y="1965399"/>
            <a:ext cx="10932000" cy="36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Roles and responsibility</a:t>
            </a:r>
            <a:endParaRPr sz="3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a5d6e4bb72_3_0"/>
          <p:cNvSpPr txBox="1">
            <a:spLocks noGrp="1"/>
          </p:cNvSpPr>
          <p:nvPr>
            <p:ph type="body" idx="7"/>
          </p:nvPr>
        </p:nvSpPr>
        <p:spPr>
          <a:xfrm>
            <a:off x="900000" y="1432241"/>
            <a:ext cx="10932000" cy="36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GitHub usage</a:t>
            </a:r>
            <a:endParaRPr/>
          </a:p>
        </p:txBody>
      </p:sp>
      <p:sp>
        <p:nvSpPr>
          <p:cNvPr id="273" name="Google Shape;273;g3a5d6e4bb72_3_0"/>
          <p:cNvSpPr txBox="1">
            <a:spLocks noGrp="1"/>
          </p:cNvSpPr>
          <p:nvPr>
            <p:ph type="body" idx="8"/>
          </p:nvPr>
        </p:nvSpPr>
        <p:spPr>
          <a:xfrm>
            <a:off x="900000" y="899083"/>
            <a:ext cx="10932000" cy="36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HTML CSS JavaScript combinations &amp; Supporting platform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5d6e4bb72_3_26"/>
          <p:cNvSpPr txBox="1">
            <a:spLocks noGrp="1"/>
          </p:cNvSpPr>
          <p:nvPr>
            <p:ph type="body" idx="1"/>
          </p:nvPr>
        </p:nvSpPr>
        <p:spPr>
          <a:xfrm>
            <a:off x="6186000" y="5134845"/>
            <a:ext cx="5646000" cy="136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We use a unique HTML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that's different from the existing HTML</a:t>
            </a:r>
            <a:endParaRPr/>
          </a:p>
        </p:txBody>
      </p:sp>
      <p:sp>
        <p:nvSpPr>
          <p:cNvPr id="280" name="Google Shape;280;g3a5d6e4bb72_3_26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HTML CSS JavaScript combinations &amp; Supporting platform</a:t>
            </a:r>
            <a:endParaRPr/>
          </a:p>
        </p:txBody>
      </p:sp>
      <p:sp>
        <p:nvSpPr>
          <p:cNvPr id="281" name="Google Shape;281;g3a5d6e4bb72_3_26"/>
          <p:cNvSpPr txBox="1">
            <a:spLocks noGrp="1"/>
          </p:cNvSpPr>
          <p:nvPr>
            <p:ph type="body" idx="3"/>
          </p:nvPr>
        </p:nvSpPr>
        <p:spPr>
          <a:xfrm>
            <a:off x="360000" y="899081"/>
            <a:ext cx="5646000" cy="5599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{% load static %}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"ko"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치킨 목록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"{% static 'style.css' %}"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    &lt;!-- Omitted --&gt;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"{% static 'script.js' %}"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-U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g3a5d6e4bb72_3_26"/>
          <p:cNvSpPr txBox="1">
            <a:spLocks noGrp="1"/>
          </p:cNvSpPr>
          <p:nvPr>
            <p:ph type="body" idx="2"/>
          </p:nvPr>
        </p:nvSpPr>
        <p:spPr>
          <a:xfrm>
            <a:off x="6186000" y="899072"/>
            <a:ext cx="5646000" cy="3903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{% for x in list %}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Name: {{ x.name }}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dirty="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{% empty %}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List is empty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dirty="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lang="en-US" sz="1050" dirty="0" err="1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endfor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%}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{% if </a:t>
            </a:r>
            <a:r>
              <a:rPr lang="en-US" sz="1050" dirty="0" err="1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some_number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&lt; 3 %}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lang="en-US" sz="1050" dirty="0" err="1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some_number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}} is smaller than 3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dirty="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lang="en-US" sz="1050" dirty="0" err="1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 err="1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some_number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== 3 %}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lang="en-US" sz="1050" dirty="0" err="1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some_number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}} is 3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dirty="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{% else %}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lang="en-US" sz="1050" dirty="0" err="1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some_number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}} is larger than 3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sz="1050" dirty="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 dirty="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dirty="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{% endif %}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5d6e4bb72_3_61"/>
          <p:cNvSpPr txBox="1">
            <a:spLocks noGrp="1"/>
          </p:cNvSpPr>
          <p:nvPr>
            <p:ph type="body" idx="1"/>
          </p:nvPr>
        </p:nvSpPr>
        <p:spPr>
          <a:xfrm>
            <a:off x="6186000" y="899074"/>
            <a:ext cx="5646000" cy="595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Login user</a:t>
            </a:r>
            <a:endParaRPr sz="105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loginUser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FC1FF"/>
                </a:solidFill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'username'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FC1FF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'password'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'/login/'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{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method: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'POST'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headers: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'Content-Type'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'application/x-www-form-urlencoded'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body: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`username=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encodeURIComponent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4FC1FF"/>
                </a:solidFill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&amp;password=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encodeURIComponent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4FC1FF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`</a:t>
            </a:r>
            <a:endParaRPr sz="105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})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success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alert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window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'/'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} </a:t>
            </a:r>
            <a:r>
              <a:rPr lang="en-U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alert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5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9" name="Google Shape;289;g3a5d6e4bb72_3_61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HTML CSS JavaScript combinations &amp; Supporting platform</a:t>
            </a:r>
            <a:endParaRPr/>
          </a:p>
        </p:txBody>
      </p:sp>
      <p:sp>
        <p:nvSpPr>
          <p:cNvPr id="290" name="Google Shape;290;g3a5d6e4bb72_3_61"/>
          <p:cNvSpPr txBox="1">
            <a:spLocks noGrp="1"/>
          </p:cNvSpPr>
          <p:nvPr>
            <p:ph type="body" idx="2"/>
          </p:nvPr>
        </p:nvSpPr>
        <p:spPr>
          <a:xfrm>
            <a:off x="360000" y="899075"/>
            <a:ext cx="5646000" cy="595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/* Buttons -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그라데이션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및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호버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효과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050" dirty="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 dirty="0" err="1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btn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/*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핫핑크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그라데이션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050" dirty="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linear-gradient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45deg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--primary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n-US" sz="1050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#ff40c080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lang="en-US" sz="1050" dirty="0" err="1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bg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1px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solid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--primary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 dirty="0" err="1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btn:hover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linear-gradient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45deg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--accent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--primary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/*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호버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시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색상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전환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050" dirty="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transform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 err="1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translateY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-2px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box-shadow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6px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10px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 err="1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rgba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0.15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 dirty="0" err="1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btn</a:t>
            </a:r>
            <a:r>
              <a:rPr lang="en-US" sz="1050" dirty="0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-warm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/*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따뜻한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노란색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 err="1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그라데이션</a:t>
            </a:r>
            <a:r>
              <a:rPr lang="en-US" sz="1050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050" dirty="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linear-gradient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45deg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--warm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n-US" sz="1050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#ffc04080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--text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1px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solid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--warm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 dirty="0" err="1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btn-warm:hover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brightness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1.05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transform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 err="1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translateY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-2px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 dirty="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box-shadow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6px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10px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 dirty="0" err="1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rgba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0.15</a:t>
            </a: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 dirty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5d6e4bb72_3_89"/>
          <p:cNvSpPr txBox="1">
            <a:spLocks noGrp="1"/>
          </p:cNvSpPr>
          <p:nvPr>
            <p:ph type="body" idx="1"/>
          </p:nvPr>
        </p:nvSpPr>
        <p:spPr>
          <a:xfrm>
            <a:off x="7948800" y="899400"/>
            <a:ext cx="3883200" cy="559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Django follows the MVT pattern,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which is derived from the MVC pattern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MVC = Model View Controller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MVT = Model View Template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M = models.py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V = views.py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C = Django + urls.py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T = Templates = Frontend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We modified several files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settings.py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SQLite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Other files in Django Backend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admin.py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apps.py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tests.py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asgi.py and wsgi.py</a:t>
            </a:r>
            <a:endParaRPr/>
          </a:p>
        </p:txBody>
      </p:sp>
      <p:sp>
        <p:nvSpPr>
          <p:cNvPr id="297" name="Google Shape;297;g3a5d6e4bb72_3_89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Backend - Django</a:t>
            </a:r>
            <a:endParaRPr/>
          </a:p>
        </p:txBody>
      </p:sp>
      <p:pic>
        <p:nvPicPr>
          <p:cNvPr id="298" name="Google Shape;298;g3a5d6e4bb72_3_89" title="AI_Health_Care_1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5" b="1465"/>
          <a:stretch/>
        </p:blipFill>
        <p:spPr>
          <a:xfrm>
            <a:off x="360000" y="899390"/>
            <a:ext cx="7588799" cy="559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"/>
          <p:cNvSpPr txBox="1">
            <a:spLocks noGrp="1"/>
          </p:cNvSpPr>
          <p:nvPr>
            <p:ph type="body" idx="1"/>
          </p:nvPr>
        </p:nvSpPr>
        <p:spPr>
          <a:xfrm>
            <a:off x="6186000" y="3995354"/>
            <a:ext cx="56460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GitHub is good for manage project</a:t>
            </a: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Branch</a:t>
            </a: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Commit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Also GitHub README.md file is good</a:t>
            </a: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Not only person know what we are doing</a:t>
            </a: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But also can use README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AI know what we are doing</a:t>
            </a:r>
            <a:endParaRPr/>
          </a:p>
        </p:txBody>
      </p:sp>
      <p:sp>
        <p:nvSpPr>
          <p:cNvPr id="304" name="Google Shape;304;p3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GitHub usage</a:t>
            </a:r>
            <a:endParaRPr/>
          </a:p>
        </p:txBody>
      </p:sp>
      <p:pic>
        <p:nvPicPr>
          <p:cNvPr id="305" name="Google Shape;305;p3" title="AI_Health_Ca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00" y="899073"/>
            <a:ext cx="5645999" cy="668380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"/>
          <p:cNvSpPr txBox="1">
            <a:spLocks noGrp="1"/>
          </p:cNvSpPr>
          <p:nvPr>
            <p:ph type="body" idx="2"/>
          </p:nvPr>
        </p:nvSpPr>
        <p:spPr>
          <a:xfrm>
            <a:off x="6186000" y="899075"/>
            <a:ext cx="5646000" cy="2916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b="1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# Chicken Site</a:t>
            </a:r>
            <a:endParaRPr sz="1050" b="1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This project is project that building chicken web server. This project utilizes HTML, CSS, JavaScript, Amazon Web Services(AWS), and Python Django.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b="1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## Feature</a:t>
            </a:r>
            <a:endParaRPr sz="1050" b="1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6796E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Provides user registration, login, and logout functionality.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6796E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Logged-in users can register, edit, and delete chicken item, including: image URL, brand, style(fried, spicy, soy sauce, mala, cheese), name, spiciness level, sweetness level, crispiness level, and a short description.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796E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Both logged-in and non-logged-in users can search and view all registered chicken items.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5d6e4bb72_3_82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</a:t>
            </a:r>
            <a:endParaRPr/>
          </a:p>
        </p:txBody>
      </p:sp>
      <p:pic>
        <p:nvPicPr>
          <p:cNvPr id="313" name="Google Shape;313;g3a5d6e4bb72_3_82" title="Chicke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3600" y="359400"/>
            <a:ext cx="8664800" cy="6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5d6e4bb72_3_44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Roles and responsibility</a:t>
            </a:r>
            <a:endParaRPr/>
          </a:p>
        </p:txBody>
      </p:sp>
      <p:graphicFrame>
        <p:nvGraphicFramePr>
          <p:cNvPr id="320" name="Google Shape;320;g3a5d6e4bb72_3_44"/>
          <p:cNvGraphicFramePr/>
          <p:nvPr/>
        </p:nvGraphicFramePr>
        <p:xfrm>
          <a:off x="360000" y="899075"/>
          <a:ext cx="11472000" cy="5598875"/>
        </p:xfrm>
        <a:graphic>
          <a:graphicData uri="http://schemas.openxmlformats.org/drawingml/2006/table">
            <a:tbl>
              <a:tblPr>
                <a:noFill/>
                <a:tableStyleId>{70EFC9B6-774E-4E2C-9E0B-289742706C7B}</a:tableStyleId>
              </a:tblPr>
              <a:tblGrid>
                <a:gridCol w="38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6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Yoo, J. H.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Kim, K. Y.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HTML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Write Skeleton Code</a:t>
                      </a:r>
                      <a:endParaRPr sz="2000">
                        <a:solidFill>
                          <a:srgbClr val="7030A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&amp; Modify Django Static HTML</a:t>
                      </a:r>
                      <a:endParaRPr sz="2000">
                        <a:solidFill>
                          <a:srgbClr val="7030A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Write Skeleton Code &amp; Connect with JS 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CSS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Write Skeletion Code</a:t>
                      </a:r>
                      <a:endParaRPr sz="2000">
                        <a:solidFill>
                          <a:srgbClr val="7030A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&amp; Make aesthetically</a:t>
                      </a:r>
                      <a:endParaRPr sz="2000">
                        <a:solidFill>
                          <a:srgbClr val="7030A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with Gemini</a:t>
                      </a:r>
                      <a:endParaRPr sz="2000">
                        <a:solidFill>
                          <a:srgbClr val="7030A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Write Skeleton Code 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2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JavaScript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Write Code</a:t>
                      </a:r>
                      <a:endParaRPr sz="2000">
                        <a:solidFill>
                          <a:srgbClr val="7030A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&amp; Connect with Django Server</a:t>
                      </a:r>
                      <a:endParaRPr sz="2000">
                        <a:solidFill>
                          <a:srgbClr val="7030A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Write Skeleton Code &amp; Implement function with GPT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2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Backend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Write Python Django Code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7030A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5d6e4bb72_3_13"/>
          <p:cNvSpPr txBox="1">
            <a:spLocks noGrp="1"/>
          </p:cNvSpPr>
          <p:nvPr>
            <p:ph type="body" idx="1"/>
          </p:nvPr>
        </p:nvSpPr>
        <p:spPr>
          <a:xfrm>
            <a:off x="360000" y="899083"/>
            <a:ext cx="11472000" cy="559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Topic</a:t>
            </a:r>
            <a:endParaRPr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a community based web site where users can directly register and share information about various chicken brands and menus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Main Goal</a:t>
            </a:r>
            <a:endParaRPr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Quick search </a:t>
            </a:r>
            <a:endParaRPr/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Instant information search through brands and menu names</a:t>
            </a:r>
            <a:endParaRPr/>
          </a:p>
          <a:p>
            <a:pPr marL="914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marR="38100" lvl="0" indent="-34925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900"/>
              <a:buFont typeface="Malgun Gothic"/>
              <a:buChar char="-"/>
            </a:pPr>
            <a:r>
              <a:rPr lang="en-US">
                <a:solidFill>
                  <a:srgbClr val="7030A0"/>
                </a:solidFill>
              </a:rPr>
              <a:t>Standardized taste evaluation</a:t>
            </a:r>
            <a:endParaRPr>
              <a:solidFill>
                <a:srgbClr val="7030A0"/>
              </a:solidFill>
            </a:endParaRPr>
          </a:p>
          <a:p>
            <a:pPr marL="914400" marR="38100" lvl="1" indent="-33020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Malgun Gothic"/>
              <a:buChar char="-"/>
            </a:pPr>
            <a:r>
              <a:rPr lang="en-US" sz="2000">
                <a:solidFill>
                  <a:srgbClr val="7030A0"/>
                </a:solidFill>
              </a:rPr>
              <a:t>Quantify spiciness, sweetness, and crispiness on a 5-point scale</a:t>
            </a:r>
            <a:endParaRPr sz="2000">
              <a:solidFill>
                <a:srgbClr val="7030A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User scenario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1. </a:t>
            </a:r>
            <a:r>
              <a:rPr lang="en-US">
                <a:solidFill>
                  <a:srgbClr val="7030A0"/>
                </a:solidFill>
              </a:rPr>
              <a:t>Login &amp; Register  </a:t>
            </a:r>
            <a:endParaRPr>
              <a:solidFill>
                <a:srgbClr val="7030A0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030A0"/>
                </a:solidFill>
              </a:rPr>
              <a:t>2. Explore &amp; Rate</a:t>
            </a:r>
            <a:endParaRPr>
              <a:solidFill>
                <a:srgbClr val="7030A0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030A0"/>
                </a:solidFill>
              </a:rPr>
              <a:t>3. Edit &amp; Manage</a:t>
            </a:r>
            <a:endParaRPr>
              <a:solidFill>
                <a:srgbClr val="7030A0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a5d6e4bb72_3_13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Topic / General presentation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5d6e4bb72_3_32"/>
          <p:cNvSpPr txBox="1">
            <a:spLocks noGrp="1"/>
          </p:cNvSpPr>
          <p:nvPr>
            <p:ph type="body" idx="1"/>
          </p:nvPr>
        </p:nvSpPr>
        <p:spPr>
          <a:xfrm>
            <a:off x="360000" y="899083"/>
            <a:ext cx="11472000" cy="559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38100" lvl="0" indent="-35560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Malgun Gothic"/>
              <a:buAutoNum type="arabicPeriod"/>
            </a:pPr>
            <a:r>
              <a:rPr lang="en-US">
                <a:solidFill>
                  <a:srgbClr val="7030A0"/>
                </a:solidFill>
              </a:rPr>
              <a:t>Planning stage</a:t>
            </a:r>
            <a:endParaRPr>
              <a:solidFill>
                <a:srgbClr val="7030A0"/>
              </a:solidFill>
            </a:endParaRPr>
          </a:p>
          <a:p>
            <a:pPr marL="457200" marR="38100" lvl="0" indent="-35560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Char char="-"/>
            </a:pPr>
            <a:r>
              <a:rPr lang="en-US">
                <a:solidFill>
                  <a:srgbClr val="7030A0"/>
                </a:solidFill>
              </a:rPr>
              <a:t>We established a core goal: "A web service for sharing and managing chicken information."</a:t>
            </a:r>
            <a:endParaRPr>
              <a:solidFill>
                <a:srgbClr val="7030A0"/>
              </a:solidFill>
            </a:endParaRPr>
          </a:p>
          <a:p>
            <a:pPr marL="457200" marR="38100" lvl="0" indent="-35560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Char char="-"/>
            </a:pPr>
            <a:r>
              <a:rPr lang="en-US">
                <a:solidFill>
                  <a:srgbClr val="7030A0"/>
                </a:solidFill>
              </a:rPr>
              <a:t>Key features were listed, including membership registration/login, chicken card registration, and search/filter functions.</a:t>
            </a:r>
            <a:endParaRPr>
              <a:solidFill>
                <a:srgbClr val="7030A0"/>
              </a:solidFill>
            </a:endParaRPr>
          </a:p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7030A0"/>
              </a:solidFill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-US"/>
              <a:t>Design stage</a:t>
            </a:r>
            <a:endParaRPr/>
          </a:p>
          <a:p>
            <a:pPr marL="457200" marR="38100" lvl="0" indent="-35560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Char char="-"/>
            </a:pPr>
            <a:r>
              <a:rPr lang="en-US">
                <a:solidFill>
                  <a:srgbClr val="7030A0"/>
                </a:solidFill>
              </a:rPr>
              <a:t>Designed the UI configuration and data flow of the front-end pages (auth, chicken_add, chicken_list).</a:t>
            </a:r>
            <a:endParaRPr>
              <a:solidFill>
                <a:srgbClr val="7030A0"/>
              </a:solidFill>
            </a:endParaRPr>
          </a:p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7030A0"/>
              </a:solidFill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-US"/>
              <a:t>Implementation stage</a:t>
            </a:r>
            <a:endParaRPr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900"/>
              <a:buFont typeface="Malgun Gothic"/>
              <a:buChar char="-"/>
            </a:pPr>
            <a:r>
              <a:rPr lang="en-US">
                <a:solidFill>
                  <a:srgbClr val="7030A0"/>
                </a:solidFill>
              </a:rPr>
              <a:t>Implemented the front-end and back-end and connected them respectively</a:t>
            </a:r>
            <a:endParaRPr>
              <a:solidFill>
                <a:srgbClr val="7030A0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a5d6e4bb72_3_32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Time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5d6e4bb72_3_38"/>
          <p:cNvSpPr txBox="1">
            <a:spLocks noGrp="1"/>
          </p:cNvSpPr>
          <p:nvPr>
            <p:ph type="body" idx="1"/>
          </p:nvPr>
        </p:nvSpPr>
        <p:spPr>
          <a:xfrm>
            <a:off x="360000" y="899083"/>
            <a:ext cx="11472000" cy="559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-We use Github and google, discord </a:t>
            </a:r>
            <a:endParaRPr/>
          </a:p>
        </p:txBody>
      </p:sp>
      <p:sp>
        <p:nvSpPr>
          <p:cNvPr id="341" name="Google Shape;341;g3a5d6e4bb72_3_38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Collaboration</a:t>
            </a:r>
            <a:endParaRPr/>
          </a:p>
        </p:txBody>
      </p:sp>
      <p:pic>
        <p:nvPicPr>
          <p:cNvPr id="342" name="Google Shape;342;g3a5d6e4bb72_3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050" y="2976637"/>
            <a:ext cx="1443773" cy="144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a5d6e4bb72_3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000" y="3379425"/>
            <a:ext cx="751800" cy="7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a5d6e4bb72_3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92371" y="2828886"/>
            <a:ext cx="1443775" cy="159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"/>
          <p:cNvSpPr txBox="1">
            <a:spLocks noGrp="1"/>
          </p:cNvSpPr>
          <p:nvPr>
            <p:ph type="body" idx="1"/>
          </p:nvPr>
        </p:nvSpPr>
        <p:spPr>
          <a:xfrm>
            <a:off x="360000" y="899083"/>
            <a:ext cx="11472000" cy="55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Our Prompt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 </a:t>
            </a:r>
            <a:endParaRPr/>
          </a:p>
          <a:p>
            <a:pPr marL="457200" marR="38100" lvl="0" indent="-35560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Malgun Gothic"/>
              <a:buChar char="-"/>
            </a:pPr>
            <a:r>
              <a:rPr lang="en-US">
                <a:solidFill>
                  <a:srgbClr val="7030A0"/>
                </a:solidFill>
              </a:rPr>
              <a:t>“Create gradients and translucent cards in CSS to give it a sophisticated design.”</a:t>
            </a:r>
            <a:endParaRPr>
              <a:solidFill>
                <a:srgbClr val="7030A0"/>
              </a:solidFill>
            </a:endParaRPr>
          </a:p>
          <a:p>
            <a:pPr marL="457200" marR="38100" lvl="0" indent="-35560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Malgun Gothic"/>
              <a:buChar char="-"/>
            </a:pPr>
            <a:r>
              <a:rPr lang="en-US">
                <a:solidFill>
                  <a:srgbClr val="7030A0"/>
                </a:solidFill>
              </a:rPr>
              <a:t>"Tell me how to connect Django, JS, and HTML all together."</a:t>
            </a:r>
            <a:endParaRPr>
              <a:solidFill>
                <a:srgbClr val="7030A0"/>
              </a:solidFill>
            </a:endParaRPr>
          </a:p>
          <a:p>
            <a:pPr marL="457200" marR="38100" lvl="0" indent="-34290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Malgun Gothic"/>
              <a:buChar char="-"/>
            </a:pPr>
            <a:r>
              <a:rPr lang="en-US">
                <a:solidFill>
                  <a:srgbClr val="7030A0"/>
                </a:solidFill>
              </a:rPr>
              <a:t>“Please recommend some functions to add to the frontend”</a:t>
            </a:r>
            <a:endParaRPr>
              <a:solidFill>
                <a:srgbClr val="7030A0"/>
              </a:solidFill>
            </a:endParaRPr>
          </a:p>
          <a:p>
            <a:pPr marL="457200" marR="38100" lvl="0" indent="-34925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900"/>
              <a:buFont typeface="Malgun Gothic"/>
              <a:buChar char="-"/>
            </a:pPr>
            <a:r>
              <a:rPr lang="en-US">
                <a:solidFill>
                  <a:srgbClr val="7030A0"/>
                </a:solidFill>
              </a:rPr>
              <a:t>“Separate HTML by function”</a:t>
            </a:r>
            <a:endParaRPr>
              <a:solidFill>
                <a:srgbClr val="7030A0"/>
              </a:solidFill>
            </a:endParaRPr>
          </a:p>
          <a:p>
            <a:pPr marL="457200" marR="38100" lvl="0" indent="-35560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Char char="-"/>
            </a:pPr>
            <a:r>
              <a:rPr lang="en-US">
                <a:solidFill>
                  <a:srgbClr val="7030A0"/>
                </a:solidFill>
              </a:rPr>
              <a:t>“Review the search  functions for errors.”</a:t>
            </a:r>
            <a:endParaRPr>
              <a:solidFill>
                <a:srgbClr val="7030A0"/>
              </a:solidFill>
            </a:endParaRPr>
          </a:p>
          <a:p>
            <a:pPr marL="457200" marR="38100" lvl="0" indent="-34925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900"/>
              <a:buFont typeface="Malgun Gothic"/>
              <a:buChar char="-"/>
            </a:pPr>
            <a:r>
              <a:rPr lang="en-US">
                <a:solidFill>
                  <a:srgbClr val="7030A0"/>
                </a:solidFill>
              </a:rPr>
              <a:t>“Please tell me how to usually implement login/logout functionality”</a:t>
            </a:r>
            <a:endParaRPr>
              <a:solidFill>
                <a:srgbClr val="7030A0"/>
              </a:solidFill>
            </a:endParaRPr>
          </a:p>
          <a:p>
            <a:pPr marL="45720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4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AI too usage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"/>
          <p:cNvSpPr txBox="1">
            <a:spLocks noGrp="1"/>
          </p:cNvSpPr>
          <p:nvPr>
            <p:ph type="body" idx="1"/>
          </p:nvPr>
        </p:nvSpPr>
        <p:spPr>
          <a:xfrm>
            <a:off x="360000" y="899083"/>
            <a:ext cx="11472000" cy="559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0160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Chatgpt</a:t>
            </a:r>
            <a:endParaRPr/>
          </a:p>
          <a:p>
            <a:pPr marL="228600" lvl="0" indent="-10160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Function implementation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Modify some errors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Help writing Skeleton Code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Help Connecting with JS, HTML and Django Server</a:t>
            </a:r>
            <a:endParaRPr/>
          </a:p>
          <a:p>
            <a:pPr marL="228600" lvl="0" indent="-10160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endParaRPr/>
          </a:p>
          <a:p>
            <a:pPr marL="228600" lvl="0" indent="-10160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/>
              <a:t>Gemini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/>
              <a:t>CSS Decoration</a:t>
            </a:r>
            <a:endParaRPr/>
          </a:p>
        </p:txBody>
      </p:sp>
      <p:sp>
        <p:nvSpPr>
          <p:cNvPr id="356" name="Google Shape;356;p5"/>
          <p:cNvSpPr txBox="1">
            <a:spLocks noGrp="1"/>
          </p:cNvSpPr>
          <p:nvPr>
            <p:ph type="title"/>
          </p:nvPr>
        </p:nvSpPr>
        <p:spPr>
          <a:xfrm>
            <a:off x="360000" y="359388"/>
            <a:ext cx="11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How did you use it?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"/>
          <p:cNvSpPr txBox="1">
            <a:spLocks noGrp="1"/>
          </p:cNvSpPr>
          <p:nvPr>
            <p:ph type="title"/>
          </p:nvPr>
        </p:nvSpPr>
        <p:spPr>
          <a:xfrm>
            <a:off x="360000" y="359387"/>
            <a:ext cx="11472000" cy="613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</a:pPr>
            <a:r>
              <a:rPr lang="en-US"/>
              <a:t>Thank you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Malgun Gothic"/>
              <a:buNone/>
            </a:pPr>
            <a:r>
              <a:rPr lang="en-US"/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yo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1122</Words>
  <Application>Microsoft Office PowerPoint</Application>
  <PresentationFormat>와이드스크린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Courier New</vt:lpstr>
      <vt:lpstr>Layout</vt:lpstr>
      <vt:lpstr>Chicken Site review &amp; Manage web</vt:lpstr>
      <vt:lpstr>Table of Contents</vt:lpstr>
      <vt:lpstr>HTML CSS JavaScript combinations &amp; Supporting platform</vt:lpstr>
      <vt:lpstr>HTML CSS JavaScript combinations &amp; Supporting platform</vt:lpstr>
      <vt:lpstr>Backend - Django</vt:lpstr>
      <vt:lpstr>GitHub usage</vt:lpstr>
      <vt:lpstr>Video</vt:lpstr>
      <vt:lpstr>Roles and responsibility</vt:lpstr>
      <vt:lpstr>Topic / General presentation</vt:lpstr>
      <vt:lpstr>Time</vt:lpstr>
      <vt:lpstr>Collaboration</vt:lpstr>
      <vt:lpstr>AI too usage</vt:lpstr>
      <vt:lpstr>How did you use it?</vt:lpstr>
      <vt:lpstr>Thank you  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준혁 유</dc:creator>
  <cp:lastModifiedBy>유준혁</cp:lastModifiedBy>
  <cp:revision>3</cp:revision>
  <dcterms:created xsi:type="dcterms:W3CDTF">2025-11-09T15:08:15Z</dcterms:created>
  <dcterms:modified xsi:type="dcterms:W3CDTF">2025-12-08T16:20:47Z</dcterms:modified>
</cp:coreProperties>
</file>